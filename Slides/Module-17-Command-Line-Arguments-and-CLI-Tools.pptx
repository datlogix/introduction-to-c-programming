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 once, run twice with different args, and let the different output do the convincing. The whole module explains exactly how argc/argv deliver that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as: everything they've written so far is still valid C, this is simply a second, equally-standard signature for main that unlocks command-line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common early confusion in this module. Have a student narrate argv[0] vs argv[1] out loud from the ./greet Ama example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explicitly back to Module 5's array-bounds rule — this is the same underlying danger wearing a new costume. argv looking like magic doesn't exempt it from ordinary array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 the Module 5 rule against == on C-strings — it resurfaces constantly and this is a natural moment to test whether it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explicitly with the interactive menu-loop shape every program in the course has used until now (print menu, scanf, act, repeat). Tools like wc, grep, and ls all follow this simpler four-step shape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classic gotcha worth a quick live demo: ./program abc with atoi silently produces 0, indistinguishable from a user who genuinely typed 0. That ambiguity is exactly why strtol exists, even though it's out of scope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this is the first time exit codes have actually mattered in this course — up to now programs mostly returned 0 out of habit. Once tools call other tools, that return value becomes a real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one is worth calling out explicitly for the module project: 'do one job and exit' is the actual point of a CLI tool assignment, and a menu loop misses it even if it technically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these example programs don't do anything interesting run with zero arguments (aside from their usage message) — they must be run with real arguments to see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985723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9857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Command-Line Arguments &amp; CLI Tools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compiled program, zero code changes — information handed in from outside itself, at startup.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10589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program, two behaviors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1928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46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main(int argc, char *argv[])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(argc &lt; 2)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printf("Usage: %s &lt;name&gt; [--shout]\n",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argv[0]);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*name = argv[1];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shout = 0;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2; i &lt; argc; i++)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(strcmp(argv[i], "--shout") == 0)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shout = 1;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9677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5955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./greet Ama            &amp;&amp;  ./greet Kwame --shout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69164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./greet Ama prints: Hello, Ama!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./greet Kwame --shout prints: HELLO, KWAME!!!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compiled program. Zero code changes. Entirely different behavior.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863840" y="5074920"/>
            <a:ext cx="3779215" cy="1234440"/>
          </a:xfrm>
          <a:prstGeom prst="roundRect">
            <a:avLst>
              <a:gd name="adj" fmla="val 4444"/>
            </a:avLst>
          </a:prstGeom>
          <a:solidFill>
            <a:srgbClr val="E4F9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5074920"/>
            <a:ext cx="341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wasn't a new build — it was information handed to the program from outside itself, at the moment it started. That's what main(argc, argv) receives.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COMMAND-LINE ARGUMENTS &amp; CLI TOOLS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shape of main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92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"takes no inputs"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main(int argc, char *argv[])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argc: how many words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argv: array of those words,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one C-string per word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argc and argv are filled in automatically by the operating system before your program's first line even runs — you don't request them, they're just there.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so far has used int main(void) — no inputs.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second, equally standard form DOES take inputs: the words typed after the program's name.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argc ("argument count"): how many words. argv ("argument vector"): the words themselves.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COMMAND-LINE ARGUMENTS &amp; CLI TOOLS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argv[0] is the program's own name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92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./greet Ama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argc = 2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argv[0] = "./greet"   &lt;- program's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own name, ALWAYS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argv[1] = "Ama"       &lt;- first thing the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user actually typed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./greet Kwame --shout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argc = 3,  argv[2] = "--shout"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trips up nearly everyone the first time: argv[0] is NOT the first argument the user typed.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argv[0] is always the name/path the program was run as.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REAL argument is argv[1].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examples/01_argc_and_argv_basics.c — run it with different argument sets and watch every slot print.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COMMAND-LINE ARGUMENTS &amp; CLI TOOLS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10666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check argc before indexing argv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1860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65960"/>
            <a:ext cx="449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DANGEROUS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4769968" cy="937260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468880"/>
            <a:ext cx="449564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printf("Hello, %s!\n",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argv[1]);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assumes argv[1] exists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70732"/>
            <a:ext cx="4769968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user ran with zero arguments, argv[1] doesn't exist.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behavior — not a clean error message.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24448" y="1691640"/>
            <a:ext cx="531860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8768" y="196596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98768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47408" y="1965960"/>
            <a:ext cx="449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98768" y="2468880"/>
            <a:ext cx="4769968" cy="1636776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35928" y="2468880"/>
            <a:ext cx="449564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(argc &lt; 2)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printf("Usage: %s &lt;name&gt;\n",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argv[0]);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printf("Hello, %s!\n", argv[1]);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98768" y="4270248"/>
            <a:ext cx="47699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argc first, every time.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example and exercise in this module does this — build the habit now.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argv is an array, and Module 5's rule about arrays never went away: reading an index that wasn't filled in reads past the end of the array.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COMMAND-LINE ARGUMENTS &amp; CLI TOOLS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named flags by hand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92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shout = 0;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2; i &lt; argc; i++) {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(strcmp(argv[i], "--shout") == 0) {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shout = 1;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 programs usually parse flags with the standard library's getopt() / getopt_long() instead — worth looking up once strcmp-based parsing feels comfortable.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turns a behavior on or off, usually starting with -- (e.g. --shout).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language feature — loop over argv, compare with strcmp (Module 5), not ==.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the hook's greet program does. See examples/02_reading_named_flags.c.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COMMAND-LINE ARGUMENTS &amp; CLI TOOLS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a real Unix-style CLI tool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33574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377440"/>
            <a:ext cx="225925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(args / file)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3082214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02254" y="2377440"/>
            <a:ext cx="2533574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39414" y="2377440"/>
            <a:ext cx="225925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ONE job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935828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55868" y="2377440"/>
            <a:ext cx="2533574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3028" y="2377440"/>
            <a:ext cx="225925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output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789441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09481" y="2377440"/>
            <a:ext cx="2533574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6641" y="2377440"/>
            <a:ext cx="225925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29768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menu. No "run again? (y/n)." The tool is driven from OUTSIDE itself — by a human typing different arguments, a script in a pipeline, or another program entirely. See examples/03_a_real_cli_tool_word_counter.c — reads a file, counts words, prints one number, exits.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COMMAND-LINE ARGUMENTS &amp; CLI TOOLS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Arguments are always strings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92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./program 42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does NOT hand your program the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 42 -- it hands it the two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characters '4' and '2'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= atoi(argv[1]);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"42" -&gt; 42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atoi quietly returns 0 for text that isn't a valid number at all — it can't tell you "that wasn't a number" versus "that number really was 0."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what the user types, argv[i] is a C-string.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with atoi ("ASCII to integer") before doing arithmetic.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strtol is the more robust tool for real error-checking — atoi is enough for this module.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COMMAND-LINE ARGUMENTS &amp; CLI TOOLS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Printing a usage message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92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(argc != 3) {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printf("Usage: %s &lt;n1&gt; &lt;n2&gt;\n",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argv[0]);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 non-0 value signals to whatever called your program — a script, another tool — that something went wrong. That matters once programs start calling other programs.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usage message is the CLI equivalent of a helpful compiler error.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argv[0] (not a hardcoded name) keeps the message accurate even if the file gets renamed.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examples/04_combining_flags_and_a_filename_argument.c and examples/05_printing_usage_help.c.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COMMAND-LINE ARGUMENTS &amp; CLI TOOLS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85723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857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65619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6561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argv[1] is the first typed argument — argv[0] is the program's own name.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9896" y="2165619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9896" y="216561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1783080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argv[i] without checking argc first — an out-of-bounds read, not a clean error.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16254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79023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79023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07694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every argv[i] is a string — argv[1] + argv[2] adds pointers, not numbers.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8728" y="3316254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9896" y="379023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79896" y="379023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55968" y="3407694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argv[i] == "--shout" instead of strcmp(argv[i], "--shout") == 0.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40869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4148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414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32309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a flag's value argument without checking there's actually another argument left.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78728" y="4940869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9896" y="54148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9896" y="5414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055968" y="5032309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interactive menu loop when the assignment asked for a CLI tool.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COMMAND-LINE ARGUMENTS &amp; CLI TOOLS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35608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454136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 with REAL command-line arguments.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302895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3028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55798"/>
            <a:ext cx="454136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40005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4000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27348"/>
            <a:ext cx="454136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497205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9720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98898"/>
            <a:ext cx="454136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"..." &amp;&amp; git push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24448" y="178308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44488" y="21031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44488" y="2468880"/>
            <a:ext cx="467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18 — Sorting &amp; Searching Algorithms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3703320"/>
            <a:ext cx="46785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array, same target, same answer — 1000 comparisons versus 10. What's the difference?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COMMAND-LINE ARGUMENTS &amp; CLI TOOLS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2026-09-15T18:16:13Z</dcterms:created>
  <dcterms:modified xsi:type="dcterms:W3CDTF">2026-09-15T18:16:13Z</dcterms:modified>
</cp:coreProperties>
</file>