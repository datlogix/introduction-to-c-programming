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answers a question every fixed-size array raises: what if you don't know the size until runtime? Preview: malloc, calloc, realloc, free, and the bugs that come from getting any of them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run this twice: once with a small count, once with a large one (try 300). Same exact source, no recompiling with a bigger number baked in. That's the whole promise of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memory is the per-function-call storage from Module 10's call-stack frames. Heap memory is the new idea this module introduces: nothing frees it automatically, ever, no matter what function you're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why malloc(count) alone is a classic bug -- it allocates count bytes, not count ints. The NULL check is the single most-skipped line in this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malloc'd memory starts at zero is a classic bug that can pass testing by luck and fail later or on a different machine. calloc's guarantee is the whole reason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second most common bug after the NULL check. Always realloc into a temporary pointer, check the temporary, then assign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recap slide -- point back to each function's earlier slide as you go down the rows. The 'exactly one free' rule is the single rule that governs everything else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deliberately keeps the broken function commented out so nothing actually leaks when you run it -- point out the difference is exactly one missing free()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undefined behavior, not a clean error -- that's what makes them dangerous. The NULL-after-free habit turns both into either a harmless no-op or an obvious, immediate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one and tie it back to the slide where it appeared. The NULL check (mistake 1) and the realloc temp-pointer pattern (mistake 3) cause the vast majority of real bugs students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students into examples/ to run every file themselves, especially 05 and 06 where the broken code is safely commented out. Module 12 builds directly on today's malloc/free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spc="-1400" kern="0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Memory Allocation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heap for exactly the memory you need, at the moment you find out how much that is.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65453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654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with no size guess anywhere in 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1446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printf("How many scores? ");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&amp;count);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*scores = malloc(sizeof(int) * count);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(scores == NULL)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printf("malloc failed.\n");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...fill scores[0..count-1] via scanf...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free(scores);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once with 3, then again with 300 -- same source code, no recompiling, no guess baked in anywhere.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Module 5 you had to pick a size up front, like int scores[100], and hope it was big enough.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asks the heap for exactly the number of slots it needs, the moment it finds out how many that is.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6472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0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you'll know exactly how malloc does that -- and build a scoreboard that can grow after it's already allocated.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variables actually live: stack vs. heap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“normal” variable so far -- including int scores[100] -- lives here.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fully automatic: appears when a function starts, disappears the instant it returns.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must be known at compile time -- exactly why array brackets need a fixed number.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much larger pool, not tied to any function call.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on request while the program is running -- stays reserved until you explicitly free it.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responsibility (you must remember to free it) in exchange for a size decided at runtime.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examples/01_stack_vs_heap_intro.c.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malloc: asking the heap for memory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*numbers = malloc(sizeof(int) * count);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(numbers == NULL)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printf("Allocation failed.\n");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malloc with sizeof, and always check for NULL before using the result.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malloc(size) asks the heap for size BYTES and returns a pointer to the start of that block.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malloc(count) only asks for count bytes, not count ints -- sizeof(int) * count asks for enough bytes to hold count ints.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heap can't satisfy the request, malloc returns NULL instead of crashing. Using that NULL pointer is what actually crashes.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examples/02_malloc_and_free_basics.c.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calloc: malloc that zero-initializes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*mallocArr = malloc(sizeof(int) * size);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*callocArr = calloc(size, sizeof(int));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mallocArr's contents: whatever garbage was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already sitting in that memory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callocArr's contents: guaranteed all zero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 takes count and size separately, and guarantees every byte starts at zero.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makes no promise about the memory's contents -- it can look zeroed the first few runs, then silently contain garbage later.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zero-initialized memory, ask calloc for it -- don't hope for it from malloc.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examples/03_calloc_vs_malloc.c.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realloc: growing a block you already have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*temp = realloc(scores, sizeof(int) * newSize);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(temp == NULL)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scores is STILL valid -- realloc left it alone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free(scores);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temp;  // only now update the real pointer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scores = realloc(scores, ...) directly -- a failed realloc would overwrite your only pointer with NULL.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 can MOVE the block elsewhere and copy your old data -- you must capture its return value.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it returns NULL and leaves the ORIGINAL block untouched -- but only if you didn't just overwrite your pointer to it.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examples/04_realloc_growing_an_array.c.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allocation family, side by side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malloc(size)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size bytes; contents are garbage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calloc(count, size)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and zero-initializes the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realloc(ptr, newSize)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Resizes a previous block; may move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NULL, ptr 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free(ptr)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 block back to the heap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-- free(NULL) is a safe no-op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035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4F9E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3035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malloc, calloc, or realloc needs exactly one matching free -- not zero, not two.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leaks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leakyAllocate(void)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*data = malloc(sizeof(int) * 10);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data[0] = 42;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BUG: no free(data) here -- data disappears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when the function returns, but the block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it pointed to stays reserved forever.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doesn't crash your program -- it quietly wastes more memory the longer the program runs.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leak happens when you allocate a block and lose every pointer to it before calling free.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Usually: a function returns without freeing something it allocated, or a pointer is overwritten before the block it pointed to was freed.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examples/05_memory_leak_demonstration.c -- the broken pattern safely disabled in a comment, next to a fixed version that actually runs.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Dangling pointers and double frees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Dangling pointer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free(ptr) releases the memory ptr points to -- but does NOT change ptr itself.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still holds the old address. Dereferencing it afterward is a use-after-free.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memory may already have been handed to something else entirely.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free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free twice on the same block.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heap's bookkeeping isn't designed to be told “here's this memory back” twice.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so corrupts that bookkeeping -- undefined behavior, often not visible until much later.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 both: set a pointer to NULL immediately after freeing it. free(NULL) is a safe no-op. See examples/06_dangling_pointer_and_double_free.c.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40587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405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check malloc/calloc/realloc for NULL before using the result -- the single most common bug in this module.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4428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5596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559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1668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malloc'd memory starts at zero. It doesn't -- use calloc if you need that guarantee.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 original pointer on realloc failure by writing ptr = realloc(ptr, newSize) directly instead of through a temporary.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64428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5596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5596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1668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allocation and freeing -- freeing something twice, never freeing it, or freeing a pointer malloc never returned.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pointer after freeing it without setting it to NULL first -- a dangling pointer that looks like it might still work.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64428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5596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65596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1668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sizeof(type) * count pattern and allocating the wrong number of bytes instead of the wrong number of items.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DYNAMIC MEMORY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84248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including the safely-disabled leak and dangling-pointer bugs in 05 and 06.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97480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10712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push: git add . &amp;&amp; git commit -m "Complete Module 11" &amp;&amp; git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7648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12 — Linked Lists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nodes together with pointers -- a structure that grows one malloc at a time, and doesn't need to know its final size up front.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2026-09-15T23:21:10Z</dcterms:created>
  <dcterms:modified xsi:type="dcterms:W3CDTF">2026-09-15T23:21:10Z</dcterms:modified>
</cp:coreProperties>
</file>