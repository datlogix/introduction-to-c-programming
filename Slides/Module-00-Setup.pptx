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create hook.c before you even explain what a compiler is. Let them run it once their compiler is installed later in this module and revisit the punchline. The goal of this slide is motivation, not comprehension — do not explain #include/printf/return yet, that undercuts modules 0-1.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must be compiled into machine code before it runs (this is taught properly in Module 1 — here we just need the tool installed). On macOS, gcc is typically aliased to clang; that is expected and fine for this course. WSL gives Windows students the same Linux environment as everyone else, avoiding "works on my machine"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Runner is a convenience for fast iteration once students are comfortable — emphasize in Module 1 that the terminal (gcc + ./program) is still the "real" way to compile and the one that works everywhere, including machines without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one-time setup per machine. If students share a lab machine, have them check git config --global user.name before assuming it is set correctly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creating a GitHub account first if any student does not have one — tell them to use a professional-looking username since this account outlives the course and employers do look at it. Demonstrate accepting a real invite link live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open the cloned folder in VS Code with `code .` from that terminal. After pushing, have them refresh the repo page on GitHub to see their commit land — that visual confirmation matters a lot for first-timers.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repeated action of the whole course. Consider having students say the four steps out loud once. Emphasize git status as a sanity check when something feels off (e.g. "nothing to commit" usually means they forgot git add).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cover the vast majority of Module 0 support requests. Have the personal-access-token or SSH-key link ready (github.com/settings/tokens) since this trips up nearly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move on until every student has a green checkmark on their Module 0 assignment in GitHub Classroom — Module 1 assumes a working compiler and git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317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Setup: Tools, Git &amp; GitHub Classroom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machine, your editor, and your workflow ready for every module ahead.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5938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593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build, before you understand a 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year = 2026;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printf("If you started today, by %d you could have written your\n", year);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printf("own game, your own tool, or your own excuse for why the\n");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printf("bug definitely isn't your fault. Let's find out.\n");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exactly as hook.c, anywhere on your machine.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understand #include, printf, or return yet — that is fine.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entire rest of this course.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turned plain text into a running program.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that "it worked and I don’t fully know why" feeling. Every module replaces one piece of it with "I know exactly why."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729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729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 C compiler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231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xcode-select --install. Installs Apple’s Command Line Tools, including clang (gcc is usually aliased to it already).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3284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WSL (wsl --install from an admin PowerShell), then inside Ubuntu: sudo apt update &amp;&amp; sudo apt install build-essential -y.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2428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519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install build-essential -y (Debian/Ubuntu) or sudo dnf groupinstall "Development Tools" (Fedora).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4F9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 any platform: gcc --version should print a version number, not "command not found."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729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729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VS Code and two extensions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231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code.visualstudio.com.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3284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(Microsoft)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highlighting and IntelliSense for .c files.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2428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519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Runner (Jun Han)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open .c file with one click, or Ctrl+Alt+N.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4F9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Extensions panel with Cmd/Ctrl+Shift+X to install either extension.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729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729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and configure Git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251960"/>
          </a:xfrm>
          <a:prstGeom prst="roundRect">
            <a:avLst>
              <a:gd name="adj" fmla="val 193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if it's already installed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tell Git who you are -- attached to every commit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Full Name"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almost certainly already installed.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not: install from git-scm.com.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name and email get attached to every single commit you make from now on — use the same email as your GitHub account.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9560" y="5166360"/>
            <a:ext cx="3733495" cy="1143000"/>
          </a:xfrm>
          <a:prstGeom prst="roundRect">
            <a:avLst>
              <a:gd name="adj" fmla="val 6400"/>
            </a:avLst>
          </a:prstGeom>
          <a:solidFill>
            <a:srgbClr val="E4F9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5166360"/>
            <a:ext cx="3367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shared lab machine, double-check git config --global user.name before your first commit — it may still be set to whoever used it last.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729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729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GitHub Classroom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8247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18247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 shares invite link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module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45054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974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7581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7581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57702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the assignment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57702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in with GitHub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44388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47308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6915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6915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57036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repo is created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57036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for you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43721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46641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16248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1624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56369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it locally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56369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3891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does not collect work by email or file upload — everything goes through GitHub Classroom.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729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729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Clone, commit, and push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https://github.com/YOUR-ORG/module-0-setup-you.git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module-0-setup-you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hook.c from the top of this module, then: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hook.c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"Complete Module 0 setup"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submitted until it is pushed.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workflow for every module from here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8247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18247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code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locally, in VS Code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45054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974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7581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7581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57702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add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57702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you changed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44388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47308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6915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6915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57036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57036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description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43721" y="246888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46641" y="2468880"/>
            <a:ext cx="23964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16248" y="221284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1624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56369" y="2788920"/>
            <a:ext cx="2176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push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56369" y="331012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it to GitHub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3891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four-step loop repeats every module — memorize it now and it becomes automatic fast.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setup problems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2180844"/>
          </a:xfrm>
          <a:prstGeom prst="roundRect">
            <a:avLst>
              <a:gd name="adj" fmla="val 3354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571750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5717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gcc: command not found — the compiler is not installed, or the terminal was opened before install finished. Close and reopen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2180844"/>
          </a:xfrm>
          <a:prstGeom prst="roundRect">
            <a:avLst>
              <a:gd name="adj" fmla="val 3354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571750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5717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asks for a password and rejects it — GitHub no longer accepts account passwords. Use a personal access token or SSH key.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28516"/>
            <a:ext cx="5364328" cy="2180844"/>
          </a:xfrm>
          <a:prstGeom prst="roundRect">
            <a:avLst>
              <a:gd name="adj" fmla="val 3354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5008626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50086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19956"/>
            <a:ext cx="4404208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shows up on GitHub after git push — run git status first; "nothing to commit" usually means you forgot git add.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4128516"/>
            <a:ext cx="5364328" cy="2180844"/>
          </a:xfrm>
          <a:prstGeom prst="roundRect">
            <a:avLst>
              <a:gd name="adj" fmla="val 3354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5008626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50086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4219956"/>
            <a:ext cx="4404208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installed but nothing highlights — confirm the file is saved with a .c extension, not .txt.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gcc --version and git --version both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97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Module 0 GitHub Classroom assignment.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0712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it, add your hook.c, commit, and push.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23944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commit appears on GitHub.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Basics of Programming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program actually is, how C turns text into a running executable, and why that first gcc command worked at all.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C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Introduction to C Programming</dc:creator>
  <cp:lastModifiedBy>Introduction to C Programming</cp:lastModifiedBy>
  <cp:revision>1</cp:revision>
  <dcterms:created xsi:type="dcterms:W3CDTF">2026-09-14T07:01:23Z</dcterms:created>
  <dcterms:modified xsi:type="dcterms:W3CDTF">2026-09-14T07:01:23Z</dcterms:modified>
</cp:coreProperties>
</file>