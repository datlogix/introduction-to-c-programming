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and have students predict the second printPermissions() line before revealing it. The whole module cashes out in explaining precisely why |= FLAG_SHARE only ever touches its own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two things an enum gives you at once: names for the constants, and a type. Point out this is the same enum they'll see constantly in other people's headers and libraries.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'magic number' is worth writing on the board — it's a term students will hear in every future course and job. Ask them to spot a magic number in code they wrote in an earlier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'convenience, not a guarantee' framing worth repeating. Contrast with languages some students may have heard of (Java, Swift) where enums ARE type-safe — C's aren't, and that's a deliberate simplicity/safety tradeoff of the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a=12 (00001100) and b=10 (00001010) on the board before revealing the table, so students derive AND/OR/XOR themselves. These six operators are the entire bitwise toolkit in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confusion is one of the most common bugs students introduce once they start using bitwise flags — a stray single &amp; where they meant &amp;&amp; (or vice versa) compiles fine and silently does the wrong thing. Worth a live REPL demo of 6 &amp;&amp; 1 vs 6 &amp;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slide — it directly explains the hook's userPermissions |= FLAG_SHARE line. Make sure students can say out loud why forgetting the ~ in the CLEAR pattern does the opposite of what you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predict the printed float value before revealing — nobody guesses correctly, which is exactly the point. It's not 42.0; it's whatever bit pattern 42-as-an-int happens to mean when reinterpreted as IEEE-754 float.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resolution to the previous slide's danger: pair every union with a tag. Mention this pattern is how many real-world C data structures (JSON parsers, interpreters, protocol messages) represent "one of several possible types"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realistic expectations: students shouldn't feel they need to hand-roll bitwise flags in every future project. The real skill this module builds is recognition — being able to read this pattern when they meet it in someone else's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powers-of-two mistake is worth a whiteboard trace: show how a flag value of 3 (binary 011) collides with both FLAG_A=1 and FLAG_B=2, breaking the one-bit-per-flag guarantee the whole system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bitwise prediction exercise, encourage students to write out the binary by hand rather than relying on the terminal — that's what actually builds the intuition the module is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985723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9857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Enums, Unions &amp; Bitwise Operators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eight independent switches — naming constants, sharing memory, and working bit by bit.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10589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number, eight switches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1928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46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FLAG_READ    (1 &lt;&lt; 0)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FLAG_WRITE   (1 &lt;&lt; 1)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FLAG_EXECUTE (1 &lt;&lt; 2)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FLAG_SHARE   (1 &lt;&lt; 4)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userPermissions =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FLAG_READ | FLAG_WRITE | FLAG_EXECUTE;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printPermissions(userPermissions);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userPermissions |= FLAG_SHARE;  // flip ONE switch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printPermissions(userPermissions);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9677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5955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hook.c -o hook &amp;&amp; ./hook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69164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READ=1 WRITE=1 EXECUTE=1 SHARE=0 ...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READ=1 WRITE=1 EXECUTE=1 SHARE=1 ...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(|= FLAG_SHARE) flipped exactly one flag — every other flag untouched.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array, no eight bool variables — one int holding eight independent yes/no answers at once.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863840" y="5074920"/>
            <a:ext cx="3779215" cy="1234440"/>
          </a:xfrm>
          <a:prstGeom prst="roundRect">
            <a:avLst>
              <a:gd name="adj" fmla="val 4444"/>
            </a:avLst>
          </a:prstGeom>
          <a:solidFill>
            <a:srgbClr val="E4F9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5074920"/>
            <a:ext cx="341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you'll know exactly how that line works, and you'll build a fuller version of this permissions system in the project.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enum: naming a fixed set of constants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92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GameState { MENU, PLAYING,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PAUSED, GAME_OVER };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GameState state = PLAYING;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Unless you say otherwise, numbering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starts at 0: MENU=0, PLAYING=1, ...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Direction {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NORTH = 1, SOUTH = 2, EAST = 4, WEST = 8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enum declares both a fixed set of named integer constants AND a new type you can use just like int.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GameState is a new type; MENU/PLAYING/PAUSED/GAME_OVER are its named values.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C numbers members automatically starting at 0.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assign your own explicit values, as Direction does here.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examples/01_enums_basics.c.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Replacing magic numbers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1860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65960"/>
            <a:ext cx="449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Magic number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4769968" cy="937260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468880"/>
            <a:ext cx="449564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(state == 1)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playing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70732"/>
            <a:ext cx="4769968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has meaning only in the programmer's head.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from now: is 1 "playing"?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someone renumber the states?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24448" y="1691640"/>
            <a:ext cx="531860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8768" y="196596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98768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47408" y="1965960"/>
            <a:ext cx="449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enum constant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98768" y="2468880"/>
            <a:ext cx="4769968" cy="937260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35928" y="2468880"/>
            <a:ext cx="449564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(state == PLAYING)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playing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98768" y="3570732"/>
            <a:ext cx="4769968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plain English to any reader.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still sees the same int comparison.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examples/02_enums_vs_magic_numbers.c.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two ways to write it — the enum version is free: no runtime cost, just a name the compiler resolves at compile time.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Enums are really just 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92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GameState sneaky = 99;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compiles fine -- 99 isn't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real GameState member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state);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works with no special format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specifier, because state IS an int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real type safety here — an enum is a naming convenience for you and future readers, not a compiler-enforced guarantee.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hood, an enum value IS an int.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printf("%d") works and == comparisons just work.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the limitation: C does not stop you from assigning ANY int to an enum variable.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in the back of your mind — it won't bite often, but it can.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 operators: working on individual bits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393192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3139135"/>
                <a:gridCol w="502920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on a=12, b=10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&amp; 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00001000 (8)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only where BOTH bits are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| 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00001110 (14)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where EITHER bit is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^ 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00000110 (6)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where the bits DIFFER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11110011 (243)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bit flipped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&lt;&lt; 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shift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00110000 (48)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 move left, zeros fill in (≈ a * 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&gt;&gt; 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shift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00000011 (3)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 move right (≈ a / 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E4F9E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examples/03_bitwise_operators.c — it prints each of these bit by bit so you can watch the patterns, not just trust the table.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6055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660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THESE 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/ | are NOT &amp;&amp; / ||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86000"/>
            <a:ext cx="822960" cy="8229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194560"/>
            <a:ext cx="917417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and || are the logical operators from Module 2 — they work on whole true/false values and short-circuit. &amp; and | are bitwise — they work bit by bit on a number's binary representation. 6 &amp;&amp; 1 is 1 (both nonzero, so both “true”). 6 &amp; 1 is 0 (0110 and 0001 share no 1 bits). Same operands, completely different answers.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E4F9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real, easy-to-make bug — not just a syntax slip. When in doubt, say the operator's name out loud: "bitwise AND" versus "logical AND."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Flags: set, check, clear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92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permissions = 0;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 |= FLAG_READ;     // SET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 |= FLAG_EXECUTE;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(permissions &amp; FLAG_READ) {  // CHECK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printf("READ is set.\n");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 &amp;= ~FLAG_READ;    // CLEAR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~FLAG_READ flips every bit of FLAG_READ, so ANDing with it turns OFF only that one bit — every other bit stays exactly as it was.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flag: OR it in with |=.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flag: AND with it, see if anything survives.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 flag: AND with everything EXCEPT that bit — that's what the ~ does.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pattern is the hook's whole trick. See examples/04_flags_with_bitwise_or_and_and.c.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576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union: different types, same memory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10284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92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{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i;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f;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v;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v.i = 42;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printf("%f\n", v.f);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 42.0 -- same bits, read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 a float instead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through one member and reading through a different one doesn't convert the value — it reinterprets the same raw bytes as a different type.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union looks like a struct, but all its members share the SAME block of memory.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member is meaningful at a time.</a:t>
            </a:r>
            <a:endParaRPr lang="en-US" sz="16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"wrong" member is legal C — it compiles and runs — but is almost always a bug.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6062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606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VS UNSAFE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tagged-union pattern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1860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65960"/>
            <a:ext cx="449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Naked union (unsafe)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4769968" cy="937260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468880"/>
            <a:ext cx="449564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confused.i = 42;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confused.f);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 member, wrong answer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70732"/>
            <a:ext cx="4769968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records which member was written.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wrong one is silent and legal.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24448" y="1691640"/>
            <a:ext cx="531860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8768" y="196596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98768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47408" y="1965960"/>
            <a:ext cx="449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Tagged union (safe)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98768" y="2468880"/>
            <a:ext cx="4769968" cy="1636776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35928" y="2468880"/>
            <a:ext cx="449564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ValueType { TYPE_INT,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TYPE_FLOAT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enum ValueType type;   // the tag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union { int i; float f; } data;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Variant;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98768" y="4270248"/>
            <a:ext cx="47699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(v.type == TYPE_INT) ... always reads the member actually written.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safe, real-world code uses unions. See examples/05_unions_basics.c.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union paired with a separate tag field is the standard, safe pattern — check the tag before you read.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35685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356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actually reach for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1040861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— often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you'd otherwise scatter magic numbers, an enum is usually the right call.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169920"/>
            <a:ext cx="4572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124200"/>
            <a:ext cx="1040861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Unions and raw bitwise flags — specialized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day-to-day flag problems are solved with bool variables or arrays long before hand-rolled bitwise flags.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4511040"/>
            <a:ext cx="4572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465320"/>
            <a:ext cx="1040861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them matters either way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library header, a device driver, a file format, or a job's existing codebase — now you can.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E4F9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tools, different frequencies of use — but all three are worth being able to read on sight.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85723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857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65619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6561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&amp;/| (bitwise) with &amp;&amp;/|| (logical) — different results, not just different syntax.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9896" y="2165619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9896" y="216561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1783080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an enum variable can only hold a "real" member value — C won't stop you.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16254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79023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79023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07694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~ is required to clear a flag — permissions &amp;= FLAG_X (no ~) does the opposite.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8728" y="3316254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9896" y="379023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79896" y="379023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55968" y="3407694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one union member and reading a different one, expecting a conversion.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40869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4148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414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32309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flag values that aren't distinct powers of two — 3 overlaps both 1's and 2's bits.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78728" y="4940869"/>
            <a:ext cx="5364328" cy="136858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9896" y="54148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9896" y="5414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055968" y="5032309"/>
            <a:ext cx="4404208" cy="118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shifting/masking bind more loosely than expected — add parentheses when unsure.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35608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454136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 — for 03_bitwise_operators.c, predict each binary result before running.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302895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3028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55798"/>
            <a:ext cx="454136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40005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4000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27348"/>
            <a:ext cx="454136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497205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9720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98898"/>
            <a:ext cx="454136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"..." &amp;&amp; git push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24448" y="1783080"/>
            <a:ext cx="5318608" cy="4160520"/>
          </a:xfrm>
          <a:prstGeom prst="roundRect">
            <a:avLst>
              <a:gd name="adj" fmla="val 1758"/>
            </a:avLst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44488" y="21031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44488" y="2468880"/>
            <a:ext cx="467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17 — Command-Line Arguments &amp; CLI Tools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3703320"/>
            <a:ext cx="46785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compiled program, completely different behavior — no code changes, just information handed in from outside.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ENUMS, UNIONS &amp; BITWISE OPERATORS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2026-09-15T18:16:12Z</dcterms:created>
  <dcterms:modified xsi:type="dcterms:W3CDTF">2026-09-15T18:16:12Z</dcterms:modified>
</cp:coreProperties>
</file>