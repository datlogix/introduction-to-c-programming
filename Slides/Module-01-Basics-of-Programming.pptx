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the output before running it. Most expect a line break after "Its name is:". This sets up the whole module: \n is not automatic, it is a character you choose to include. Students build their own version of this joke in the module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computer only understands machine code (electrical signals as numbers). Nobody writes that directly — we write human-readable source and a compiler translates it once, ahead of time. Contrast briefly with interpreted languages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 — the point is just to contextualize why C has an explicit build step at all, not to teach a full languages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one live if possible rather than pasting it — seeing it appear character by character helps demystify it. Then move to the next slide for the line-by-line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 is small at its core — even printing isn’t built in, it lives in a library you opt into with #include. The semicolon ends every statement; forgetting one usually makes the compiler complain about the NEXT line, which confuses beginners — flag this now, it pays off on the errors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Python-background students often expect indentation to matter to the compiler — explicitly correct that misconception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students use the terminal version at least for the first several exercises — it is what they will fall back on for the rest of their programming lives, including on exam or lab machines without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compile this broken file live and let students see the real gcc output. Reading compiler errors is a skill that improves fast with exposure — normalize seeing errors rather than fearing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\n mistake connects directly back to the hook — point that out explicitly if students did not already notice it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every student has successfully compiled and run at least one broken and one working program before Module 2 — the data-types hook depends on students trusting gcc’s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317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 of Programming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program actually is, and how C turns text into a running executable.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5938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593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world’s smallest fortune teller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printf("You will encounter a strange creature today.\n");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printf("It has six legs, compound eyes, and excellent opinions.\n");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printf("Its name is: ");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printf("your cat.\n");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fortune.c -o fortune &amp;&amp; ./fortune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printf calls. One program. One joke.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 lands because of where \n is — and isn’t.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know exactly why that third printf does not start a new line.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it exactly as written before reading ahead — the surprise is the point.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program, really?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8247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18247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source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45054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974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7581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7581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57702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57702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44388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47308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6915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6915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57036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57036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43721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46641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16248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1624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56369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runs 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56369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./hello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3891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you did in Module 0 with gcc hook.c -o hook. Every C program follows: source → compiler → executable → run.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Compiled vs. interpreted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Compiled (C)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699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to machine code once, ahead of time, by gcc.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executable runs directly — fast.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recompile after every change.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47408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Interpreted (e.g. Python)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651760"/>
            <a:ext cx="47699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line-by-line by another program, every single time.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build step — just run the source.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slower, since translation happens on every run.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"better" — they are different tradeoffs between build effort and run speed.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 program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251960"/>
          </a:xfrm>
          <a:prstGeom prst="roundRect">
            <a:avLst>
              <a:gd name="adj" fmla="val 193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printf("Hello, C!\n");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complete, useful C program.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here has a job.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take it apart, line by line →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Anatomy, line by 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917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91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631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&lt;stdio.h&gt;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the standard I/O library, which gives you printf and (later) scanf.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16839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061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775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main(void) { }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point. Every C program has exactly one main; its body lives between { and }.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08279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3205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20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919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printf("Hello, C!\n");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literal in double quotes, ending in a semicolon; \n moves output to a new line.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1234440" y="499719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2349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234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063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0;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whoever ran the program "I finished successfully."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Statements, whitespace &amp; comments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251960"/>
          </a:xfrm>
          <a:prstGeom prst="roundRect">
            <a:avLst>
              <a:gd name="adj" fmla="val 193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single-line comment -- everything after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// on this line is ignored.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multi-line comment.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Spans as many lines as you like. */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1;   // C ignores this indentation choice too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is one instruction, ending in ;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ignores line breaks and indentation — they are purely for humans.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consistently anyway; VS Code does it for you.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explain WHY, not what the code already says.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Compiling and running — two 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69968" cy="777240"/>
          </a:xfrm>
          <a:prstGeom prst="rect">
            <a:avLst/>
          </a:prstGeom>
          <a:solidFill>
            <a:srgbClr val="E9EEF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myfile.c -o myfile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./myfile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47699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to really understand what is happening.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machine, with or without VS Code.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1783080"/>
            <a:ext cx="531860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87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47408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Code Runner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651760"/>
            <a:ext cx="4769968" cy="777240"/>
          </a:xfrm>
          <a:prstGeom prst="rect">
            <a:avLst/>
          </a:prstGeom>
          <a:solidFill>
            <a:srgbClr val="E9EEF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▶ (top-right)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press Ctrl+Alt+N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3566160"/>
            <a:ext cx="47699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once you are comfortable.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exactly the same two steps, just hidden.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are normal — read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printf("Oops\n")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says: error: expected ';' before 'return'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points almost exactly at the mistake.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FIRST error first, then recompile.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semicolon can cause five confusing errors below it.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semicolon at the end of a statement.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{ and } — use VS Code’s matching-brace highlight.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#include &lt;stdio.h&gt; before using printf.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\n — two printf calls run together on one line.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like Printf or PRINTF — C is case-sensitive.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compiling and running each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97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0712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23944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"..." &amp;&amp; git push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303520"/>
            <a:ext cx="480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project: build your own version of the fortune-teller hook.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Data Types &amp; Operators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7 / 2 is not 3.5, why a number can silently wrap around to 0, and how to fix both on purpose.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Introduction to C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Introduction to C Programming</dc:creator>
  <cp:lastModifiedBy>Introduction to C Programming</cp:lastModifiedBy>
  <cp:revision>1</cp:revision>
  <dcterms:created xsi:type="dcterms:W3CDTF">2026-09-14T07:01:23Z</dcterms:created>
  <dcterms:modified xsi:type="dcterms:W3CDTF">2026-09-14T07:01:23Z</dcterms:modified>
</cp:coreProperties>
</file>