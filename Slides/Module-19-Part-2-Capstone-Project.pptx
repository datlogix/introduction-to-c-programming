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teaching manual: walk through both options explicitly — some students default to 'new project' without considering that leveling up Part 1 work is both less risky and arguably more impressive. A team torn between two new-project ideas should pick based on which one they can clearly picture the linked-list node for — if they can't describe the node's fields in one sentence, the idea isn't scoped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ratios to Module 9 — say so explicitly so returning students don't think this is new. Team formation and repo setup happen through a GitHub Classroom Group Assignment exactly as described in Module 9 Section 2 — no need to re-teach that workflow here, just point back to it. Decide and announce clearly, before Sprint 0, whether teams stay the same as Module 9 or re-form.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memory-safety requirement is new and real, unlike Module 9 — this capstone has actual leak/dangling-pointer stakes Part 1 didn't. A program that works fine with no visible crash can still leak badly; that's the capstone's main trap, and it's invisible without deliberately checking. Ask each team at check-ins to show their malloc/free pairing, not just whether the program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your own idea? Propose it to your instructor — as long as it satisfies every core requirement, it's fair game. For Option B teams, push them toward a project whose core node/record they can describe in one sentence — vague data models are where Sprint 1 stalls.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0's header-layout workshop is where to catch a team planning to put a variable definition (not just a declaration) in a header — head off the multi-definition linker error before it happens, per Module 14. At the final review: confirm gcc -Wall is clean, confirm the multi-file build compiles from a clean git clone into a fresh folder (catches 'works on my machine' problems), and confirm the documented memory-safety check is actually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module of Part 2 (and, for now, the course). Close by having each team give a short demo that specifically shows off their dynamic data structure growing and shrinking live, and states their leak-verification result out loud — make the memory-safety story as visible as the feature demo. You've now built two real, working programs — one straightforward, one that manages its own memory correctly. That second one is the actual skill that separates 'I can write C' from 'I've written some C once.'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2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985723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9857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Capstone Project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now has to grow, your program has to be organized across files, and something has to recurse.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8557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5855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START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vs. Option 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65960"/>
            <a:ext cx="449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up your Part 1 capstone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68880"/>
            <a:ext cx="47699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Module 9 project and rebuild its core storage as a linked list instead of a fixed-size array.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code across .h/.c files.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recursive function somewhere it belongs.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if you're proud of what you built and want to make it genuinely better, not start over.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24448" y="1691640"/>
            <a:ext cx="5318608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8768" y="196596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47408" y="1965960"/>
            <a:ext cx="449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new project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468880"/>
            <a:ext cx="476996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the seven-project menu.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slate, built around a dynamic data structure from day one.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requirements apply either way — see the requirements slide.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the requirements in the next slide apply in full. “Leveling up” is graded identically — reusing a good idea is not a shortcut on the technical bar.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— PART 2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6062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606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teams are formed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7450" cy="356616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855165" y="3108960"/>
            <a:ext cx="91440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246120"/>
            <a:ext cx="31616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20 students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30702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Pairs. The default team size for a typical class.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2122" y="1874520"/>
            <a:ext cx="3527450" cy="356616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15002" y="2148840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4:1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638648" y="3108960"/>
            <a:ext cx="91440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5002" y="3246120"/>
            <a:ext cx="31616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20 students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60722" y="3749040"/>
            <a:ext cx="30702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4. Team size is enforced by GitHub Classroom — it won't let you overfill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5605" y="1874520"/>
            <a:ext cx="3527450" cy="356616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98485" y="2148840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9422130" y="3108960"/>
            <a:ext cx="914400" cy="18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98485" y="3246120"/>
            <a:ext cx="31616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“daring” students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44205" y="3749040"/>
            <a:ext cx="30702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Solo, any class size. Same core requirements PLUS every stretch goal for your chosen project — not a smaller workload.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4F9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6235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 works exactly like Module 9. If continuing straight from Part 1, keep the same team or re-form — check with your instructor before Sprint 0.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— PART 2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10666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for every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55768" cy="144018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19706"/>
            <a:ext cx="384048" cy="38404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2197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83080"/>
            <a:ext cx="454136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dynamically-growing data structure (malloc/free) — a linked list, stack, or queue. A fixed-size array does not satisfy this.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737" y="1691640"/>
            <a:ext cx="5455768" cy="144018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8905" y="2219706"/>
            <a:ext cx="384048" cy="38404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8905" y="22197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257" y="1783080"/>
            <a:ext cx="454136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leaks — every malloc needs exactly one matching free, documented in your README (valgrind or a manual audit).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80410"/>
            <a:ext cx="5455768" cy="144018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808476"/>
            <a:ext cx="384048" cy="38404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8084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71850"/>
            <a:ext cx="454136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genuinely recursive function, used because the problem calls for it — not bolted 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737" y="3280410"/>
            <a:ext cx="5455768" cy="144018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8905" y="3808476"/>
            <a:ext cx="384048" cy="38404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18905" y="38084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49257" y="3371850"/>
            <a:ext cx="454136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organized across multiple .c/.h files with include guards — not one giant main.c.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869180"/>
            <a:ext cx="5455768" cy="144018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397246"/>
            <a:ext cx="384048" cy="38404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3972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960620"/>
            <a:ext cx="454136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Part 1 required still applies: structs, file I/O, clear functions, intentional pointers, clean -Wall build, a real README.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737" y="4869180"/>
            <a:ext cx="5455768" cy="144018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25400" dir="5400000">
              <a:srgbClr val="0B1F3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8905" y="5397246"/>
            <a:ext cx="384048" cy="38404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18905" y="53972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49257" y="4960620"/>
            <a:ext cx="454136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OR command-line-argument-driven interface — pick whichever fits, and say why in your README.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— PART 2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menu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36444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47672"/>
            <a:ext cx="329184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Manager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53512"/>
            <a:ext cx="22706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of dynamically allocated tasks: add, complete, delete, reorder, saved to a file. Stretch: sort by priority, an undo stack.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7964" y="1783080"/>
            <a:ext cx="2636444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0844" y="1947672"/>
            <a:ext cx="329184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50844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50844" y="2377440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System v2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50844" y="2953512"/>
            <a:ext cx="22706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9's library idea, rebuilt on a linked list catalog instead of a fixed array. Stretch: binary search over a sorted snapshot.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7288" y="1783080"/>
            <a:ext cx="2636444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70168" y="1947672"/>
            <a:ext cx="329184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70168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2377440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Playlist Manager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2953512"/>
            <a:ext cx="22706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of songs: add, remove, reorder, shuffle, save/load. Stretch: an undo stack for the last edit.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611" y="1783080"/>
            <a:ext cx="2636444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491" y="1947672"/>
            <a:ext cx="329184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89491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89491" y="2377440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Undo/Redo Simulator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189491" y="2953512"/>
            <a:ext cx="22706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 (undo, redo) of dynamically allocated action records, simulating an editor's edit history. Stretch: persist to a file.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69664"/>
            <a:ext cx="2636444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334256"/>
            <a:ext cx="329184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764024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Command-Line Notes Tool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340096"/>
            <a:ext cx="22706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argc/argv CLI utility, no menu, that appends/lists/deletes notes in a linked list synced to a file. Stretch: keyword search.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67964" y="4169664"/>
            <a:ext cx="2636444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50844" y="4334256"/>
            <a:ext cx="329184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50844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550844" y="4764024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Maze Solver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3550844" y="5340096"/>
            <a:ext cx="22706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backtracking through a small grid maze, finding and printing a path. Stretch: load the maze from a file.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87288" y="4169664"/>
            <a:ext cx="2636444" cy="2185416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70168" y="4334256"/>
            <a:ext cx="329184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70168" y="4334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70168" y="4764024"/>
            <a:ext cx="22706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Calculator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6370168" y="5340096"/>
            <a:ext cx="22706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of (coefficient, exponent) nodes; add two polynomials together and print the result. Stretch: multiply two.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— PART 2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6055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6605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sprints to submission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1094415" cy="0"/>
          </a:xfrm>
          <a:prstGeom prst="line">
            <a:avLst/>
          </a:prstGeom>
          <a:noFill/>
          <a:ln w="19050">
            <a:solidFill>
              <a:srgbClr val="DCE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21457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93490" y="3118104"/>
            <a:ext cx="256032" cy="25603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3566160"/>
            <a:ext cx="2054291" cy="246888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703320"/>
            <a:ext cx="1779971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formed, project chosen, dynamic structure designed on paper, header layout planned. Evidence: initial commit with struct/node definitions and a .h skeleton.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785811" y="1965960"/>
            <a:ext cx="21457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30661" y="3118104"/>
            <a:ext cx="256032" cy="25603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2" name="Shape 10"/>
          <p:cNvSpPr/>
          <p:nvPr/>
        </p:nvSpPr>
        <p:spPr>
          <a:xfrm>
            <a:off x="2831531" y="3566160"/>
            <a:ext cx="2054291" cy="246888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8691" y="3703320"/>
            <a:ext cx="1779971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 structure works in memory (create/insert/delete/traverse), no persistence yet. Evidence: several small commits, each compiling cleanly.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2982" y="1965960"/>
            <a:ext cx="21457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67832" y="3118104"/>
            <a:ext cx="256032" cy="25603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68702" y="3566160"/>
            <a:ext cx="2054291" cy="246888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05862" y="3703320"/>
            <a:ext cx="1779971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persistence, and the code actually split across .c/.h files. Evidence: a commit where you can close and reopen without losing data.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260153" y="1965960"/>
            <a:ext cx="21457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05003" y="3118104"/>
            <a:ext cx="256032" cy="25603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0" name="Shape 18"/>
          <p:cNvSpPr/>
          <p:nvPr/>
        </p:nvSpPr>
        <p:spPr>
          <a:xfrm>
            <a:off x="7305873" y="3566160"/>
            <a:ext cx="2054291" cy="246888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43033" y="3703320"/>
            <a:ext cx="1779971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integrated meaningfully, interface polish, edge cases. Evidence: commits addressing specific bugs/edge cases found.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497324" y="1965960"/>
            <a:ext cx="21457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442174" y="3118104"/>
            <a:ext cx="256032" cy="25603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4" name="Shape 22"/>
          <p:cNvSpPr/>
          <p:nvPr/>
        </p:nvSpPr>
        <p:spPr>
          <a:xfrm>
            <a:off x="9543044" y="3566160"/>
            <a:ext cx="2054291" cy="2468880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80204" y="3703320"/>
            <a:ext cx="1779971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(documented), -Wall-clean build, finished README, last push before deadline. Your final commit IS your submission.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— PART 2 CAPSTONE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60781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60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gets assessed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104086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do what it claims, including edge cases — empty list, a full free-and-reload cycle, bad input?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96896"/>
            <a:ext cx="104086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discipline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malloc freed, no leaks, no use-after-free.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3319272"/>
            <a:ext cx="457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364992"/>
            <a:ext cx="104086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use of recursion, linked structures, and multi-file organization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appropriately, not bolted 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133088"/>
            <a:ext cx="104086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logically split across functions and files, consistent style, comments where the why isn't obvious.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901184"/>
            <a:ext cx="104086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and documentation  —   </a:t>
            </a:r>
            <a:pPr indent="0" marL="0"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regular, meaningful commits from every team member under their own name, and a README a stranger could build and run unaided.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E4F9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9893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can't explain how they verified memory safety probably didn't — ask every team to walk through their valgrind output or manual audit as part of their demo.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 — PART 2 CAPSTONE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2026-09-15T18:16:13Z</dcterms:created>
  <dcterms:modified xsi:type="dcterms:W3CDTF">2026-09-15T18:16:13Z</dcterms:modified>
</cp:coreProperties>
</file>