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exactly as written before explaining anything. Let students be surprised that a chunk of gibberish decodes into English. Don't explain the Caesar-shift math yet — the point is to notice that `secret` behaves differently from every int/char variable they've used so far: it's addressed with secret[i], and a loop walks across every character in it. Promise: by the end of the module they'll write their own encoder/decoder.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declaring score1, score2, score3... by hand — miserable to write and impossible to loop over. Draw the boxes on the board: prices[0]..prices[4], five slots, and make students say the valid index range out loud. This is the single most common off-by-one source for the rest of the course, so slow 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 trace on the board: i starts at 0, the condition i &lt; 5 is checked BEFORE each pass, i++ happens after the body. Ask students what would happen if the condition were i &lt;= 5 — bridge directly into the next slide's bounds-danger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safety lesson in the module. Emphasize that 'undefined behavior' is not hyperbole — live-demo uncommenting the dangerous scores[5]=999 line locally if you're comfortable, so students see it can 'work' on one machine and not another. The classic beginner trigger is i &lt;= size instead of i &lt; size in a loop condition — tie it back to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memory layout on the board: name[0]='A' name[1]='m' name[2]='a' name[3]='\0' name[4..19]=unused. Stress that printf("%s"), strlen, and every other string function have NO other way of knowing where a string ends except that \0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happens if a user types 'Kofi Mensah' into scanf("%s", name)? Answer: name only gets 'Kofi' — scanf stops at whitespace. fgets solves both the whitespace problem and the buffer-overflow problem, at the cost of keeping the newline, which students will forget to strip constantly and then wonder why an 'equal' string comparison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the example from the README: strcpy(copy, city); if (strcmp(copy, city) == 0) ... Ask what == would have done instead (compared two different memory addresses — almost always false, even when the text looks identical).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it's a preview, not a teaching point. The goal is just to plant the vocabulary so Module 7 doesn't feel out of nowhere.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predict, for each mistake, whether the compiler will warn them. Most won't — that's the whole point of this module's safety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6 by pointing back at the hook: the shift-decode loop they just wrote is exactly the kind of logic that's about to become a reusable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33201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833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&amp; Strings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many values — and the row of characters C calls a string.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523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652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 the secret message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465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secret[] = "Duudbv krog pdqb ydoxhv lq d urz!";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shift = 3;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len = strlen(secret);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len; i++)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c = secret[i];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 &gt;= 'a' &amp;&amp; c &lt;= 'z')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secret[i] = 'a' + (c-'a'-shift+26) % 26;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secret);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55955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Gibberish goes in, an English sentence comes out.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isn't one value like the ints and chars you've used so far — it's a whole ROW of characters.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walks across secret[i] one slot at a time, shifting each letter.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you'll know exactly how secret[i] works — and build your own encoder/decoder.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name, many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298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29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104086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fixed number of values of the same type, stored back to back in memory under one name.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31317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68040"/>
            <a:ext cx="104086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and fill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prices[5] = {90, 85, 77, 60, 100}; reserves 5 slots and fills them left to right.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34440" y="453237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968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968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87240"/>
            <a:ext cx="104086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starts at 0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size-5 array the valid indexes are 0, 1, 2, 3, 4 — the last one is always size - 1, never size.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4F9ED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prices[5] expecting “the 5th price” actually asks for the 6th slot — one past the end.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with a for loop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02_iterating_arrays_with_loops.c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printf("prices[%d] = %d\n",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i, prices[i]);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0, i &lt; size, i++  is the standard way to visit every element of an array.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takes exactly the values 0, 1, 2, 3, 4 — the array's valid indexes — and stops before i ever reaches 5.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this pattern constantly: summing values, finding a maximum, searching, printing everything out.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bounds: C will not save you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03_array_out_of_bounds_danger.c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465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scores[5] = {90, 85, 77, 60, 100};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size = 5;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index = 5; // out of bounds!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(index &gt;= 0 &amp;&amp; index &lt; size)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scores[index]);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printf("Index %d is out of bounds.\n",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index);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55955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bounds.c -o bounds &amp;&amp; ./bounds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does NOT check array bounds for you. scores[5] compiles fine — and reads or writes memory that isn't yours.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undefined behavior: it might print garbage, corrupt another variable, or crash. There is no guaranteed error message.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that saves you: always know your array's real size, and never trust an index blindly.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C-strings: arrays of characters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04_strings_as_char_arrays.c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grade = 'A';       // ONE character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name[20] = "Ama";  // a STRING --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an array of char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printf("%c\n", grade);  // %c for char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name);   // %s for string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secretly stores one extra character after "Ama": '\0', the null terminator.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name[0..2] = "Ama", name[3] = '\0' — every string function scans forward until it hits that \0 and stops.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char name[20] can only hold 19 real characters, not 20 — one slot is always reserved for the terminator.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line of text safely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05_reading_lines_with_fgets.c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name[20];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printf("What is your name? ");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fgets(name, sizeof(name), stdin);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strip the trailing newline fgets kept: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name[strcspn(name, "\n")] = '\0';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sizeof(name) tells fgets exactly how many bytes it may write — it can never overflow the array.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scanf("%s", ...) stops at the first space and has no idea how big your array is.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fgets fixes both problems, but keeps the Enter-key newline — strcspn finds it so you can chop it off.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220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2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&lt;string.h&gt; functions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29184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strlen(s)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04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real characters in s (not counting '\0')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strcpy(dest, src)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04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src into dest (dest must be big enough)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strcmp(a, 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04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0 if a and b are exactly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strcat(dest, src)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04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Appends src onto the end of dest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strings with == compares where they live in memory, not their contents — always reach for strcmp instead.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2822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2282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previews before you move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96037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960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10408615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grid[3][3]; reserves a grid instead of a single row — for a tic-tac-toe board, a seating chart, a spreadsheet. Plain 1D arrays are enough for this module.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417423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04063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5040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229100"/>
            <a:ext cx="10408615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pointers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name like scores is closely related to something called a pointer — you'll see exactly what that means in Module 7.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220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2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8084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index size instead of size - 1 for the last element, or looping with i &lt;= size instead of i &lt; size.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01004" y="1691640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2172" y="218084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2172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78244" y="1783080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 writing an index outside the array's bounds — C will not warn you; the bug can surface somewhere unrelated later.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92424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char array too small for the string plus its '\0' (char name[3] = "Ama"; needs at least 4 slots).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01004" y="3300984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2172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2172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78244" y="3392424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scanf("%s", ...) for user input instead of fgets — it splits on whitespace with no overflow protection.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10328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39953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399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01768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strings with == instead of strcmp.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01004" y="4910328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2172" y="539953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2172" y="5399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78244" y="5001768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fgets keeps the trailing newline, then being confused when a 'matching' comparison mysteriously fails.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6230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6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218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examples/, compiling and running each 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6037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9603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8721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86334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9018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76631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7663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315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"Complete Module 5"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35624" y="1783080"/>
            <a:ext cx="53218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55664" y="21031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4688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 — Functions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370332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duplicated code into a named, reusable chunk you write once and call as many times as you like.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ARRAYS &amp; STRINGS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2026-09-14T12:17:39Z</dcterms:created>
  <dcterms:modified xsi:type="dcterms:W3CDTF">2026-09-14T12:17:39Z</dcterms:modified>
</cp:coreProperties>
</file>