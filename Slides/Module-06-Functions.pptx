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 and run both versions live before explaining anything (examples/01_why_functions_before_and_after.c has both in one file). Let students confirm the output is identical, then ask: which version would you rather maintain if the tax rate changes next month? That question IS the whole motivation for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back the Module 4 Number Guessing Game: picture adding a guess limit, a play-again option, a difficulty setting. Every feature makes main() longer and more tangled. Functions give each JOB a name and a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each piece of the header line in turn and have students name it: return type, name, parameter list. This vocabulary gets reused every remaining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the prototype line live and recompile so students see the exact compiler error — it usually points at the call, not the missing prototype, which is confusing the first time you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words get mixed up constantly in conversation — that's harmless day to day, but students need the difference when reading compiler error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to read `line` from outside printWelcomeBanner live and show the compiler error. Then contrast with a global variable — explain why 'any function can silently change it' becomes a real headache as programs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deliberate cliffhanger — don't fully explain WHY arrays behave differently yet. That mystery is the hook for Module 7's pointers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practical skill in the module — and exactly what the project asks students to do to their own Number Guessing Game from Module 4. Walk through it live on a short snippet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of these the compiler catches automatically vs which ones compile silently and only misbehave at runtime — items 1 and 3 are usually caught; items 5 and 6 usually aren't.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the Module 7 hook: ask why a function CAN change an array (slide 8) but can't change a plain int the same way. Don't answer it — let them sit with the mystery.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33201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8332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named, reusable chunk of code you write once and use as many times as you like.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523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652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receipt, two very different mains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46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4087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A — repeated by hand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4865980" cy="1554480"/>
          </a:xfrm>
          <a:prstGeom prst="roundRect">
            <a:avLst>
              <a:gd name="adj" fmla="val 2941"/>
            </a:avLst>
          </a:prstGeom>
          <a:solidFill>
            <a:srgbClr val="E9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591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subtotal1 = price1 * qty1;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tax1 = subtotal1 * 0.15;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total1 = subtotal1 + tax1;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...then it ALL happens again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item 2, copy-pasted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48659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lines. The tax math is written out twice.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 changes? Hunt down every copy.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28436" y="1783080"/>
            <a:ext cx="54146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2756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275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51396" y="2057400"/>
            <a:ext cx="44087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B — one function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2756" y="2651760"/>
            <a:ext cx="4865980" cy="1554480"/>
          </a:xfrm>
          <a:prstGeom prst="roundRect">
            <a:avLst>
              <a:gd name="adj" fmla="val 2941"/>
            </a:avLst>
          </a:prstGeom>
          <a:solidFill>
            <a:srgbClr val="E9EE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39916" y="2743200"/>
            <a:ext cx="4591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printReceiptLine(char item[],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price, int qty) { ...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printReceiptLine("Coffee", 4.50, 3);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printReceiptLine("Muffin", 2.25, 5);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02756" y="4343400"/>
            <a:ext cx="48659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half the length.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 changes? Fix it in exactly one place.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25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 in, same receipt lines out — byte for byte. That's the entire pitch for this module.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functions?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298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29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104086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logic once, call it from anywhere, as many times as you like.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331317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68040"/>
            <a:ext cx="104086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checkGuess(guess, secret) is self-explanatory; twelve lines of inline if/else aren't, at a glance.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34440" y="453237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968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968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87240"/>
            <a:ext cx="104086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try a function on its own, with known inputs, without running your whole program.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4F9ED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Module 4 guessing game had everything crammed into main() — you'll refactor it into functions this module.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and calling a function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02_declaring_and_calling.c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printStarRow(int count) {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count; i++) {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printf("*");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printf("\n");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printStarRow(3);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printStarRow(8);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body + every place you call it — three separate parts.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is the return type, printStarRow is the name, (int count) is the parameter list.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printStarRow(3); is a CALL — 3 flows into count for that one run.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Prototypes: telling the compiler what's coming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03_prototypes.c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describeTemperature(int celsius); // prototype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describeTemperature(35);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describeTemperature(int celsius) {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full definition, further down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is a promise: this function exists somewhere in this file.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reads top to bottom, once. Without the prototype, main() calling a not-yet-defined function refuses to compile.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you'll see a block of prototypes near the top of a file, above main().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Parameters, arguments &amp; return values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04_parameters_and_return_values.c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{  // a, b: PARAMETERS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add(3, 4);   // 3, 4: ARGUMENTS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immediately exits the function — code after it in the same path never runs.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 is the named placeholder in the function's own header.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argument is the actual value you hand over at the call site.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 functions &amp; scope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05_void_functions_and_scope.c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printWelcomeBanner(char userName[]) {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line = 1;  // exists only in here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printf("%d) Welcome, %s!\n",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line, userName);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printf("%d", line);  // ERROR out here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variable's scope ends at its function's closing brace — nothing outside can see it.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means “nothing comes back.” A void function can still use a bare return; to exit early.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variable (declared outside every function) is the opposite — avoid it as a beginner.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an array to a function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06_passing_arrays_to_functions.c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findMax(int arr[], int size) {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max = arr[0];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 i &lt; size; i++) {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(arr[i] &gt; max) max = arr[i];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max;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an int or double, a function CAN modify the array you passed it.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pass the size too — C doesn't track an array's length once it's inside the function.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any function that takes an array as a function that might change it. You'll find out exactly why in Module 7.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Refactoring: turning a mess into functions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0" cy="6784848"/>
          </a:xfrm>
          <a:prstGeom prst="line">
            <a:avLst/>
          </a:prstGeom>
          <a:noFill/>
          <a:ln w="25400">
            <a:solidFill>
              <a:srgbClr val="DC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1828800"/>
            <a:ext cx="10408615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1828800"/>
            <a:ext cx="995141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self-contained piece of logic — something you could describe in one short sentence.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2734056"/>
            <a:ext cx="10408615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2734056"/>
            <a:ext cx="995141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that sentence a function name (checkGuess).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4440" y="3639312"/>
            <a:ext cx="10408615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3639312"/>
            <a:ext cx="995141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code into the new function, turning what it depended on into parameters and what it produced into a return value.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34440" y="4544568"/>
            <a:ext cx="10408615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63040" y="4544568"/>
            <a:ext cx="995141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original code with a call to your new function.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95544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4440" y="5449824"/>
            <a:ext cx="10408615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5449824"/>
            <a:ext cx="995141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Recompile and test immediately — behavior should never change. If the output changes, you introduced a bug.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2205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2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8084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80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 function's prototype when it's defined below main() — the compiler error often points at the call, not the missing prototype.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01004" y="1691640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2172" y="218084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2172" y="2180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78244" y="1783080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parameters and arguments in conversation — harmless, but know the difference reading error messages.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92424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void on a function and then trying to use its result: int x = printStarRow(3); won't compile.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01004" y="3300984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2172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2172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78244" y="3392424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return in a non-void function, or returning the wrong type.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10328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39953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399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01768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use a local variable outside the function it was declared in — its scope ends at the closing }.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01004" y="4910328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2172" y="539953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2172" y="5399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78244" y="5001768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pass an array's size as its own parameter, or assuming a function won't change the array you passed it.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6230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6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21808" cy="4160520"/>
          </a:xfrm>
          <a:prstGeom prst="roundRect">
            <a:avLst>
              <a:gd name="adj" fmla="val 197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examples/, compiling and running each 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6037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9603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8721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86334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9018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 — refactor your Number Guessing Game into functions.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76631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7663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315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"Complete Module 6" &amp;&amp; git push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35624" y="1783080"/>
            <a:ext cx="5321808" cy="4160520"/>
          </a:xfrm>
          <a:prstGeom prst="roundRect">
            <a:avLst>
              <a:gd name="adj" fmla="val 197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55664" y="210312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4688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7 — Pointers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370332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swapBroken(x, y) can't change x and y, and how the same trick lets a function actually modify an array.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FUNCTIONS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2026-09-14T12:22:06Z</dcterms:created>
  <dcterms:modified xsi:type="dcterms:W3CDTF">2026-09-14T12:22:06Z</dcterms:modified>
</cp:coreProperties>
</file>