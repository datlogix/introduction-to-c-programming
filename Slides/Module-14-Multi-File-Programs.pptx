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subject this module covers isn't a new language feature -- it's organization. Headers declare, source files define, and the preprocessor is what makes #include work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and run both versions and diff their output -- identical. That's the whole subject of this module: splitting a program across files without changing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program students have written so far fits comfortably in one file. This slide is the motivation for the whole module -- make it concrete with the '400-line file'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line in a header is a promise, not an implementation. Point out that mathreport.c includes its own header -- that's normal and lets the compiler check the definitions match the declarations.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Practically: if you wrote the header and it lives in your project, use double quotes. If it's part of the C standard library, use angle brackets.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multi-file bug. Compile no_guards/ live and show the redefinition error, then show with_guards/ compiling cleanly with only that one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met const back in Module 3. The practical rule for beginners: prefer const for values, reach for #define only where the language requires pure preprocessor text (include guards).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linker error confuses beginners because the compiler didn't complain -- it's the LINKER stage that fails, after compilation succeeds. Point out the difference between a compiler error and a linker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Retyping a long gcc command every time you test a change gets old fast -- a Makefile just gives that command a name. Warn students their editor might auto-convert tabs to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1 and mistake 5 (the linker error) are the two things students will hit first and most often -- have the exact error messages ready to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15 introduces tools (like sanitizers) that catch exactly the memory bugs from Module 11 automatically -- today's file organization skills make that debugging much easier to navigate.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spc="-1400" kern="0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Multi-File Programs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growing program across header and source files, without changing what it does.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65453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654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Hook: the same program, in two pieces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one file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102298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examples/01_single_file_before/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main.c -o before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./before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11905"/>
            <a:ext cx="4773168" cy="172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-- structs, functions, main -- lives in a single main.c.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split into pieces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102298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examples/02_split_into_header_and_source/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main.c mathreport.c -o after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./after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811905"/>
            <a:ext cx="4773168" cy="172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main.c, mathreport.c, and mathreport.h -- same output, character for character.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changed is WHERE the code lives -- one gcc command now lists two .c files, and main.c shrunk to just “what does this program do.”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file stops scaling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9968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navigate  —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400-line .c file -- fixing one bug means scrolling, Ctrl+F-ing, and losing your place.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2807208"/>
            <a:ext cx="10408615" cy="0"/>
          </a:xfrm>
          <a:prstGeom prst="line">
            <a:avLst/>
          </a:prstGeom>
          <a:noFill/>
          <a:ln w="9525">
            <a:solidFill>
              <a:srgbClr val="DC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2608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collaborate  —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can't easily work on the same program at once without fighting over the same lines.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34440" y="3703320"/>
            <a:ext cx="10408615" cy="0"/>
          </a:xfrm>
          <a:prstGeom prst="line">
            <a:avLst/>
          </a:prstGeom>
          <a:noFill/>
          <a:ln w="9525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22192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  —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written for one program can't be reused in another without copy-pasting the whole file.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34440" y="4599432"/>
            <a:ext cx="10408615" cy="0"/>
          </a:xfrm>
          <a:prstGeom prst="line">
            <a:avLst/>
          </a:prstGeom>
          <a:noFill/>
          <a:ln w="9525">
            <a:solidFill>
              <a:srgbClr val="DC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718304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rebuild  —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recompiles every time, even if you only changed one small function.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4F9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a new language feature -- it's organization. Header files and source files are how C code gets organized once it outgrows one file.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 declare, source files define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.h -- the menu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158305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158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MATHREPORT_H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MATHREPORT_H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n);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printReport(int n);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71975"/>
            <a:ext cx="4773168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only: prototypes, struct definitions, #define constants -- no detail about how anything works.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 -- the kitchen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130302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"mathreport.h"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n) {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091940"/>
            <a:ext cx="47731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Definitions: the actual function bodies. #include the header, then define every function it promised.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that wants square() just needs #include "mathreport.h" -- it never needs to see how square is implemented. See examples/02_split_into_header_and_source/.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#include "..." vs. #include &lt;...&gt;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brackets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46291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51835"/>
            <a:ext cx="4773168" cy="228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system/standard library headers that shipped with your compiler.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looks in its own standard install locations.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quotes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46291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"mathreport.h"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251835"/>
            <a:ext cx="4773168" cy="228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own local files, living in your project.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looks in your project directory first, next to the including file.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them up (#include &lt;mathreport.h&gt;) usually produces a “file not found” error -- the compiler never thinks to look in your project folder.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 guards: why every header needs one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POINT_H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POINT_H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the header's actual contents ...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guard: main.c includes point.h directly AND via shape.h -- struct Point gets pasted in twice.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is a preprocessor directive -- it literally copy-pastes the included file's text in, before the compiler ever looks at your code.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#include of point.h defines POINT_H and keeps the contents. Every later #include in that file finds POINT_H already defined and skips to #endif.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examples/03_include_guards_demo/ -- no_guards/ fails with 'redefinition of struct Point'; with_guards/ is the identical program, fixed.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#define vs. const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#define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46291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MAX_STUDENTS 30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51835"/>
            <a:ext cx="4773168" cy="228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Preprocessor: pure text substitution, happening BEFORE compilation even starts.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variable at all -- no type, no scope.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46291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maxStudents = 30;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251835"/>
            <a:ext cx="4773168" cy="228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 a real, typed variable that happens to be read-only.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this for values -- you get type checking, and it behaves like every other variable.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#define mainly for include-guard names and small constants shared identically across files via a header, like SEPARATOR_WIDTH.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Compiling multiple .c files together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main.c helpers.c -o program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Miss one file: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main.c -o program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 reference to 'someFunction'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needs to know about EVERY .c file that contributes code -- headers are never listed on the command line.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understood that the function exists (it saw the prototype in the header) but nothing ever supplied its body.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almost always the same: check your gcc command lists every .c file the program needs.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Makefile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gcc main.c stats.c -o program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rm -f program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line under a target must start with a real TAB character, not spaces -- or make complains about a 'missing separator.'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and clean are targets -- names for a recipe. Typing make runs the recipe under the first target (all) by default.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runs the recipe under clean.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examples/04_compiling_with_a_makefile/Makefile -- intentionally the smallest useful Makefile, not a real build system.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40587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405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include guard -- this is the single most common multi-file bug.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4428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5596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559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1668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function body in a header instead of just a prototype -- breaks the moment two .c files both include that header.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variable (not just a prototype) in a header -- each .c file gets its own copy, and the linker reports it as multiply defined.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64428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5596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5596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1668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"..." and &lt;...&gt; in #include -- your own files use double quotes; standard library headers use angle brackets.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list every .c file on the gcc command line, then being confused by an undefined reference linker error.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64428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5596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65596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1668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Makefile recipe line indented with spaces instead of a tab -- make requires a literal tab character before every recipe line.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MULTI-FILE PROGRAMS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84248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folder in examples/, including reproducing (and fixing) the duplicate-definition error in 03_include_guards_demo/.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97480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 -- split a single-file program into a header and source pair.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10712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push: git add . &amp;&amp; git commit -m "Complete Module 14" &amp;&amp; git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7648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15 — Debugging &amp; Memory Safety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can catch leaks and invalid memory access automatically -- the discipline from Module 11, now with a safety net.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2026-09-15T23:21:10Z</dcterms:created>
  <dcterms:modified xsi:type="dcterms:W3CDTF">2026-09-15T23:21:10Z</dcterms:modified>
</cp:coreProperties>
</file>